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4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91503-7356-2A6C-C7F4-FE40A8153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9AAA9-F18A-CB68-37FD-62C64AE28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E1300-7219-C91C-9A97-20B330BB4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ECCF-BEB5-4407-92FA-C1E9A03616C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1D569-9F33-3937-AE17-45362526C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F9335-0BE4-02D6-31FA-8A2097908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8FAD-DB0D-43FD-B580-08648AF6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195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9A0D7-2530-9C00-23AD-E0D9A7A92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2B3CF-8E1C-FCF0-3DDB-E2426082C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D9961-2CEA-B159-2170-9D3585D27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ECCF-BEB5-4407-92FA-C1E9A03616C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0A5BE-570A-5D04-7880-887E449A0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08CDE-A204-7658-2F00-340BA3D9F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8FAD-DB0D-43FD-B580-08648AF6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998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C1930-AB7D-6202-B443-33DCAC3EF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93F9E-3018-C18F-CAD9-2348BE294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B9697-F690-7D0A-F7AF-9BF2E557B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ECCF-BEB5-4407-92FA-C1E9A03616C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56552-3E43-5E11-A9A3-9E0035D4D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55F92-FEE9-5684-4811-600948AD9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8FAD-DB0D-43FD-B580-08648AF6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1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7A5E4-85D1-F8D9-D09D-1A8B0038F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1FB59-F0D5-E28E-A339-BC16EC7CF7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443D83-BD4D-7041-44CB-D677AE7E8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4903B-CCF6-0486-ABCD-2AF9D7566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ECCF-BEB5-4407-92FA-C1E9A03616C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035FFF-1F7A-8C1C-12A8-159FAD98A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5D808-89EA-E0EB-584E-848E6D496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8FAD-DB0D-43FD-B580-08648AF6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158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24F35-7B13-2702-8725-71376871C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90A02-60AE-F977-876B-590286475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0FA5F-A0EE-AFA6-74A7-31A62ECCA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D5BC24-BB43-7C48-D1EF-3D83AEFA3E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5D87E0-3B92-8462-91E0-A189646701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267FF3-E50D-1F7A-CD56-BD3B11575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ECCF-BEB5-4407-92FA-C1E9A03616C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433A5C-BDDF-C5EE-A8F7-5BE0497E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BA6C73-46C8-5433-A160-234B534F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8FAD-DB0D-43FD-B580-08648AF6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751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761F9-2B36-820D-1F5D-4916947D0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2E49FA-F917-AB48-6064-A03C54F2B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ECCF-BEB5-4407-92FA-C1E9A03616C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DA243B-08BB-9243-514C-4556BADCD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793BCC-69C5-87B4-9B22-A4C48E088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8FAD-DB0D-43FD-B580-08648AF6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451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179388-AE98-161B-5CF6-4720C8E4F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ECCF-BEB5-4407-92FA-C1E9A03616C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2A2F5A-AC0F-F572-740A-D6E626E66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75C5F-EFE0-35C9-FE62-D3BBC32A9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8FAD-DB0D-43FD-B580-08648AF6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098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5C1C5-A983-F1BF-4EAB-4251C8B61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466D1-8E5C-76CA-01CB-9ED233C67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A511CB-C31D-4203-2CE0-B72FDE3D4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52CA6-A5E1-C2FF-7D0C-F37169FDF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ECCF-BEB5-4407-92FA-C1E9A03616C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7B1007-A109-8DD4-02E8-7E95FA62E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F35B9-8E5C-34B7-850A-89C9709C8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8FAD-DB0D-43FD-B580-08648AF6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61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1CFD9-3C64-4D47-35CE-7F6F5FE2D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566EEF-9781-0E1E-CD7A-7C13697C15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54D4F-546B-977C-692E-4566E6BEE8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65ED5-710A-EAA5-C01F-A8E08C290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ECCF-BEB5-4407-92FA-C1E9A03616C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CD27C-2DAB-F7ED-7D92-306525B26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18992-4595-F2BB-5392-E41AD599C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8FAD-DB0D-43FD-B580-08648AF6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72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17FA2-55CA-2D79-ACD1-4A2E40A87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415286-05C3-055C-280A-3B5617F2C8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2FAEF-D66F-55DA-E8AE-55F78E448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ECCF-BEB5-4407-92FA-C1E9A03616C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3A4AE-AE2F-B954-2AA9-8916B4ECB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99C04-EF7C-8493-C2C1-7003B290D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8FAD-DB0D-43FD-B580-08648AF6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25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37B312-EC7F-4FA6-9745-6E00429953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72B9D2-B461-D39A-F026-E2DFA3BCA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F89C-4B48-900C-7C0E-A23F2BBF4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ECCF-BEB5-4407-92FA-C1E9A03616C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5363C-AADB-039C-70CB-F414951FD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3CFD3-0C7B-4235-12BB-514A832B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58FAD-DB0D-43FD-B580-08648AF6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281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15939B-DEDE-4C07-01A9-E143241EE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3B53B-5AD6-8574-0BF9-EFC1529CB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7D35B-6CCE-9229-6C08-311DD1D0A2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1CECCF-BEB5-4407-92FA-C1E9A03616C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70CC6-9881-81AC-1A06-4A0CA44B05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2C26D-AC51-3C4C-286C-1C5B71072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758FAD-DB0D-43FD-B580-08648AF6F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797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949F1-5CBF-5778-DFAF-62F38CA715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0020E-7AE2-3645-2938-9205B325B6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97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82F6DF47F39D4D9380954FF21AEF6D" ma:contentTypeVersion="7" ma:contentTypeDescription="Create a new document." ma:contentTypeScope="" ma:versionID="b1071cc9b1f8ec54e5166bc1d3b521c7">
  <xsd:schema xmlns:xsd="http://www.w3.org/2001/XMLSchema" xmlns:xs="http://www.w3.org/2001/XMLSchema" xmlns:p="http://schemas.microsoft.com/office/2006/metadata/properties" xmlns:ns1="http://schemas.microsoft.com/sharepoint/v3" xmlns:ns2="6288ea9a-5aff-4e54-83e9-2f211abbb63b" xmlns:ns3="65447818-622c-4459-8739-9a2a6f208d01" targetNamespace="http://schemas.microsoft.com/office/2006/metadata/properties" ma:root="true" ma:fieldsID="9a9a4cb5e7f06d0545a5f4a84bca22a6" ns1:_="" ns2:_="" ns3:_="">
    <xsd:import namespace="http://schemas.microsoft.com/sharepoint/v3"/>
    <xsd:import namespace="6288ea9a-5aff-4e54-83e9-2f211abbb63b"/>
    <xsd:import namespace="65447818-622c-4459-8739-9a2a6f208d01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_ip_UnifiedCompliancePolicyProperties" minOccurs="0"/>
                <xsd:element ref="ns1:_ip_UnifiedCompliancePolicyUIActio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88ea9a-5aff-4e54-83e9-2f211abbb63b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447818-622c-4459-8739-9a2a6f208d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14C92FD7-1A79-497E-9F5B-11E9521F1548}"/>
</file>

<file path=customXml/itemProps2.xml><?xml version="1.0" encoding="utf-8"?>
<ds:datastoreItem xmlns:ds="http://schemas.openxmlformats.org/officeDocument/2006/customXml" ds:itemID="{5F29E79E-BD20-413F-A13D-51C2A599C4DA}"/>
</file>

<file path=customXml/itemProps3.xml><?xml version="1.0" encoding="utf-8"?>
<ds:datastoreItem xmlns:ds="http://schemas.openxmlformats.org/officeDocument/2006/customXml" ds:itemID="{C04AD4FD-53B2-48C6-97EE-734B636CC039}"/>
</file>

<file path=customXml/itemProps4.xml><?xml version="1.0" encoding="utf-8"?>
<ds:datastoreItem xmlns:ds="http://schemas.openxmlformats.org/officeDocument/2006/customXml" ds:itemID="{18391167-320C-47AD-BB26-53A4AECC45AC}"/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Virga, Tyler</dc:creator>
  <cp:lastModifiedBy>Virga, Tyler</cp:lastModifiedBy>
  <cp:revision>8</cp:revision>
  <dcterms:created xsi:type="dcterms:W3CDTF">2026-02-25T19:31:05Z</dcterms:created>
  <dcterms:modified xsi:type="dcterms:W3CDTF">2026-03-12T19:12:14Z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ac2f2dc-6bc5-4d7d-aef2-8f6b9aa4fa96_Enabled">
    <vt:lpwstr>true</vt:lpwstr>
  </property>
  <property fmtid="{D5CDD505-2E9C-101B-9397-08002B2CF9AE}" pid="3" name="MSIP_Label_aac2f2dc-6bc5-4d7d-aef2-8f6b9aa4fa96_SetDate">
    <vt:lpwstr>2026-03-12T19:12:11Z</vt:lpwstr>
  </property>
  <property fmtid="{D5CDD505-2E9C-101B-9397-08002B2CF9AE}" pid="4" name="MSIP_Label_aac2f2dc-6bc5-4d7d-aef2-8f6b9aa4fa96_Method">
    <vt:lpwstr>Privileged</vt:lpwstr>
  </property>
  <property fmtid="{D5CDD505-2E9C-101B-9397-08002B2CF9AE}" pid="5" name="MSIP_Label_aac2f2dc-6bc5-4d7d-aef2-8f6b9aa4fa96_Name">
    <vt:lpwstr>Highly Restricted</vt:lpwstr>
  </property>
  <property fmtid="{D5CDD505-2E9C-101B-9397-08002B2CF9AE}" pid="6" name="MSIP_Label_aac2f2dc-6bc5-4d7d-aef2-8f6b9aa4fa96_SiteId">
    <vt:lpwstr>e3ff91d8-34c8-4b15-a0b4-18910a6ac575</vt:lpwstr>
  </property>
  <property fmtid="{D5CDD505-2E9C-101B-9397-08002B2CF9AE}" pid="7" name="MSIP_Label_aac2f2dc-6bc5-4d7d-aef2-8f6b9aa4fa96_ActionId">
    <vt:lpwstr>d5e7e4e8-2536-414c-a9f2-4b7e9b9ad708</vt:lpwstr>
  </property>
  <property fmtid="{D5CDD505-2E9C-101B-9397-08002B2CF9AE}" pid="8" name="MSIP_Label_aac2f2dc-6bc5-4d7d-aef2-8f6b9aa4fa96_ContentBits">
    <vt:lpwstr>0</vt:lpwstr>
  </property>
  <property fmtid="{D5CDD505-2E9C-101B-9397-08002B2CF9AE}" pid="9" name="MSIP_Label_aac2f2dc-6bc5-4d7d-aef2-8f6b9aa4fa96_Tag">
    <vt:lpwstr>10, 0, 1, 1</vt:lpwstr>
  </property>
  <property fmtid="{D5CDD505-2E9C-101B-9397-08002B2CF9AE}" pid="10" name="ContentTypeId">
    <vt:lpwstr>0x0101006082F6DF47F39D4D9380954FF21AEF6D</vt:lpwstr>
  </property>
</Properties>
</file>